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2C2C"/>
    <a:srgbClr val="6D6D6D"/>
    <a:srgbClr val="CD0100"/>
    <a:srgbClr val="E151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7" d="100"/>
          <a:sy n="87" d="100"/>
        </p:scale>
        <p:origin x="322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3D26-09ED-44E5-8387-0F0808971C71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4BBE-A5AC-4500-8FFB-A5B13260A6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197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3D26-09ED-44E5-8387-0F0808971C71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4BBE-A5AC-4500-8FFB-A5B13260A6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985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3D26-09ED-44E5-8387-0F0808971C71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4BBE-A5AC-4500-8FFB-A5B13260A6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435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3D26-09ED-44E5-8387-0F0808971C71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4BBE-A5AC-4500-8FFB-A5B13260A6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68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3D26-09ED-44E5-8387-0F0808971C71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4BBE-A5AC-4500-8FFB-A5B13260A6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664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3D26-09ED-44E5-8387-0F0808971C71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4BBE-A5AC-4500-8FFB-A5B13260A6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384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3D26-09ED-44E5-8387-0F0808971C71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4BBE-A5AC-4500-8FFB-A5B13260A6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294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3D26-09ED-44E5-8387-0F0808971C71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4BBE-A5AC-4500-8FFB-A5B13260A6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060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3D26-09ED-44E5-8387-0F0808971C71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4BBE-A5AC-4500-8FFB-A5B13260A6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84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3D26-09ED-44E5-8387-0F0808971C71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4BBE-A5AC-4500-8FFB-A5B13260A6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343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3D26-09ED-44E5-8387-0F0808971C71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34BBE-A5AC-4500-8FFB-A5B13260A6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089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B3D26-09ED-44E5-8387-0F0808971C71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34BBE-A5AC-4500-8FFB-A5B13260A6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051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84DCDCB0-0CC9-4F82-87CB-9DC158E839D5}"/>
              </a:ext>
            </a:extLst>
          </p:cNvPr>
          <p:cNvGrpSpPr/>
          <p:nvPr/>
        </p:nvGrpSpPr>
        <p:grpSpPr>
          <a:xfrm>
            <a:off x="1530064" y="3334205"/>
            <a:ext cx="5170646" cy="6740208"/>
            <a:chOff x="407158" y="3380090"/>
            <a:chExt cx="5170646" cy="6740208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A0296A4C-36EA-4287-8DDE-AF493174FEDA}"/>
                </a:ext>
              </a:extLst>
            </p:cNvPr>
            <p:cNvSpPr/>
            <p:nvPr/>
          </p:nvSpPr>
          <p:spPr>
            <a:xfrm>
              <a:off x="3613638" y="3472962"/>
              <a:ext cx="826477" cy="403566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CA54DCF-0CEF-465C-934E-BF0139D3840C}"/>
                </a:ext>
              </a:extLst>
            </p:cNvPr>
            <p:cNvSpPr txBox="1"/>
            <p:nvPr/>
          </p:nvSpPr>
          <p:spPr>
            <a:xfrm rot="5400000">
              <a:off x="-377623" y="4164871"/>
              <a:ext cx="6740208" cy="5170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600" dirty="0">
                  <a:solidFill>
                    <a:schemeClr val="bg2">
                      <a:lumMod val="7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Psychological</a:t>
              </a:r>
            </a:p>
            <a:p>
              <a:r>
                <a:rPr lang="en-US" altLang="zh-CN" sz="6600" dirty="0">
                  <a:solidFill>
                    <a:schemeClr val="bg1">
                      <a:lumMod val="9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Statistics</a:t>
              </a:r>
            </a:p>
            <a:p>
              <a:r>
                <a:rPr lang="en-US" altLang="zh-CN" sz="6600" dirty="0">
                  <a:solidFill>
                    <a:schemeClr val="bg1">
                      <a:lumMod val="8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For </a:t>
              </a:r>
              <a:r>
                <a:rPr lang="en-US" altLang="zh-CN" sz="6600" dirty="0">
                  <a:solidFill>
                    <a:schemeClr val="bg1">
                      <a:lumMod val="7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The</a:t>
              </a:r>
              <a:r>
                <a:rPr lang="en-US" altLang="zh-CN" sz="6600" dirty="0">
                  <a:solidFill>
                    <a:schemeClr val="bg1">
                      <a:lumMod val="8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 </a:t>
              </a:r>
            </a:p>
            <a:p>
              <a:r>
                <a:rPr lang="en-US" altLang="zh-CN" sz="6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Unhurried</a:t>
              </a:r>
            </a:p>
            <a:p>
              <a:r>
                <a:rPr lang="en-US" altLang="zh-CN" sz="6600" dirty="0">
                  <a:solidFill>
                    <a:schemeClr val="bg2">
                      <a:lumMod val="50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People</a:t>
              </a:r>
              <a:endParaRPr lang="zh-CN" altLang="en-US" sz="6600" dirty="0">
                <a:solidFill>
                  <a:schemeClr val="bg2">
                    <a:lumMod val="50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D0AEF3DB-66D2-47C7-920C-60A9D7CA7F76}"/>
              </a:ext>
            </a:extLst>
          </p:cNvPr>
          <p:cNvGrpSpPr/>
          <p:nvPr/>
        </p:nvGrpSpPr>
        <p:grpSpPr>
          <a:xfrm>
            <a:off x="5497701" y="739008"/>
            <a:ext cx="1006886" cy="964828"/>
            <a:chOff x="901211" y="3279530"/>
            <a:chExt cx="5055577" cy="4844407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D1B111F9-923C-4E9F-A8C7-7F5556D517FF}"/>
                </a:ext>
              </a:extLst>
            </p:cNvPr>
            <p:cNvSpPr/>
            <p:nvPr/>
          </p:nvSpPr>
          <p:spPr>
            <a:xfrm>
              <a:off x="901211" y="3279530"/>
              <a:ext cx="5055577" cy="4844407"/>
            </a:xfrm>
            <a:custGeom>
              <a:avLst/>
              <a:gdLst>
                <a:gd name="connsiteX0" fmla="*/ 0 w 5055577"/>
                <a:gd name="connsiteY0" fmla="*/ 4615962 h 4844407"/>
                <a:gd name="connsiteX1" fmla="*/ 2215662 w 5055577"/>
                <a:gd name="connsiteY1" fmla="*/ 4501662 h 4844407"/>
                <a:gd name="connsiteX2" fmla="*/ 2576146 w 5055577"/>
                <a:gd name="connsiteY2" fmla="*/ 1354016 h 4844407"/>
                <a:gd name="connsiteX3" fmla="*/ 5055577 w 5055577"/>
                <a:gd name="connsiteY3" fmla="*/ 0 h 4844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55577" h="4844407">
                  <a:moveTo>
                    <a:pt x="0" y="4615962"/>
                  </a:moveTo>
                  <a:cubicBezTo>
                    <a:pt x="893152" y="4830641"/>
                    <a:pt x="1786304" y="5045320"/>
                    <a:pt x="2215662" y="4501662"/>
                  </a:cubicBezTo>
                  <a:cubicBezTo>
                    <a:pt x="2645020" y="3958004"/>
                    <a:pt x="2102827" y="2104293"/>
                    <a:pt x="2576146" y="1354016"/>
                  </a:cubicBezTo>
                  <a:cubicBezTo>
                    <a:pt x="3049465" y="603739"/>
                    <a:pt x="5055577" y="0"/>
                    <a:pt x="5055577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B1CAC51C-92A3-41D0-97F6-5054CDEEB4A0}"/>
                </a:ext>
              </a:extLst>
            </p:cNvPr>
            <p:cNvSpPr/>
            <p:nvPr/>
          </p:nvSpPr>
          <p:spPr>
            <a:xfrm>
              <a:off x="4761035" y="4588119"/>
              <a:ext cx="729762" cy="72976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90000"/>
                  </a:schemeClr>
                </a:solidFill>
              </a:endParaRP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BCA0E9A3-F117-4CC0-BCC9-4D7E01529EC4}"/>
              </a:ext>
            </a:extLst>
          </p:cNvPr>
          <p:cNvSpPr/>
          <p:nvPr/>
        </p:nvSpPr>
        <p:spPr>
          <a:xfrm>
            <a:off x="518746" y="703385"/>
            <a:ext cx="1055077" cy="10550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schemeClr val="tx1"/>
              </a:solidFill>
              <a:latin typeface="朱雀仿宋（预览测试版）" panose="02000502050000000000" pitchFamily="2" charset="-122"/>
              <a:ea typeface="朱雀仿宋（预览测试版）" panose="02000502050000000000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466F4E-034F-4EE9-8735-FAB65A8B788C}"/>
              </a:ext>
            </a:extLst>
          </p:cNvPr>
          <p:cNvSpPr/>
          <p:nvPr/>
        </p:nvSpPr>
        <p:spPr>
          <a:xfrm>
            <a:off x="1752311" y="703384"/>
            <a:ext cx="1055077" cy="10550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tx1"/>
              </a:solidFill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99DA7B-BABB-450D-9F0C-96968629E31C}"/>
              </a:ext>
            </a:extLst>
          </p:cNvPr>
          <p:cNvSpPr/>
          <p:nvPr/>
        </p:nvSpPr>
        <p:spPr>
          <a:xfrm>
            <a:off x="2985876" y="703383"/>
            <a:ext cx="1055077" cy="10550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200" dirty="0">
                <a:solidFill>
                  <a:schemeClr val="tx1"/>
                </a:solidFill>
                <a:latin typeface="Noto Serif SC ExtraLight" panose="02020200000000000000" pitchFamily="18" charset="-122"/>
                <a:ea typeface="Noto Serif SC ExtraLight" panose="02020200000000000000" pitchFamily="18" charset="-122"/>
              </a:rPr>
              <a:t>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54A33F-893E-482E-BFE1-EFA2CBE7EF04}"/>
              </a:ext>
            </a:extLst>
          </p:cNvPr>
          <p:cNvSpPr/>
          <p:nvPr/>
        </p:nvSpPr>
        <p:spPr>
          <a:xfrm>
            <a:off x="4219441" y="703382"/>
            <a:ext cx="1055077" cy="10550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schemeClr val="tx1"/>
              </a:solidFill>
              <a:latin typeface="锐字真言体免费商用" panose="02010604000000000000" pitchFamily="2" charset="-122"/>
              <a:ea typeface="锐字真言体免费商用" panose="02010604000000000000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E44D03D-59B2-4A9B-958F-57E8B084ABB4}"/>
              </a:ext>
            </a:extLst>
          </p:cNvPr>
          <p:cNvSpPr/>
          <p:nvPr/>
        </p:nvSpPr>
        <p:spPr>
          <a:xfrm>
            <a:off x="4224736" y="1960683"/>
            <a:ext cx="1055077" cy="10550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4CFB96-D88E-48A8-A9B1-8A02DAD87ACD}"/>
              </a:ext>
            </a:extLst>
          </p:cNvPr>
          <p:cNvSpPr/>
          <p:nvPr/>
        </p:nvSpPr>
        <p:spPr>
          <a:xfrm>
            <a:off x="2986270" y="1960684"/>
            <a:ext cx="1055077" cy="10550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9DB903-BDF3-4150-A289-AE82BBBB4969}"/>
              </a:ext>
            </a:extLst>
          </p:cNvPr>
          <p:cNvSpPr/>
          <p:nvPr/>
        </p:nvSpPr>
        <p:spPr>
          <a:xfrm>
            <a:off x="5458301" y="1960737"/>
            <a:ext cx="1055077" cy="10550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3B32E3C-17CB-47BD-B05B-A65F0E36E054}"/>
              </a:ext>
            </a:extLst>
          </p:cNvPr>
          <p:cNvSpPr txBox="1"/>
          <p:nvPr/>
        </p:nvSpPr>
        <p:spPr>
          <a:xfrm>
            <a:off x="4291698" y="739008"/>
            <a:ext cx="9133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200" dirty="0">
                <a:solidFill>
                  <a:schemeClr val="tx1"/>
                </a:solidFill>
                <a:latin typeface="锐字真言体免费商用" panose="02010604000000000000" pitchFamily="2" charset="-122"/>
                <a:ea typeface="锐字真言体免费商用" panose="02010604000000000000" pitchFamily="2" charset="-122"/>
              </a:rPr>
              <a:t>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4C650E-2277-44E3-8C1B-69A6B4A1CC4E}"/>
              </a:ext>
            </a:extLst>
          </p:cNvPr>
          <p:cNvSpPr txBox="1"/>
          <p:nvPr/>
        </p:nvSpPr>
        <p:spPr>
          <a:xfrm>
            <a:off x="2858023" y="1846000"/>
            <a:ext cx="13115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>
                <a:latin typeface="润植家康熙字典美化体" panose="03000509000000000000" pitchFamily="65" charset="-122"/>
                <a:ea typeface="润植家康熙字典美化体" panose="03000509000000000000" pitchFamily="65" charset="-122"/>
              </a:rPr>
              <a:t>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93FA30-D2FB-4CA6-8760-49C358456CD9}"/>
              </a:ext>
            </a:extLst>
          </p:cNvPr>
          <p:cNvSpPr txBox="1"/>
          <p:nvPr/>
        </p:nvSpPr>
        <p:spPr>
          <a:xfrm>
            <a:off x="4214278" y="1779805"/>
            <a:ext cx="8595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latin typeface="阿里妈妈方圆体 VF Thin" pitchFamily="2" charset="-122"/>
                <a:ea typeface="阿里妈妈方圆体 VF Thin" pitchFamily="2" charset="-122"/>
              </a:rPr>
              <a:t>边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6A6A5F3-1480-403E-BD32-3E7626E5BCA6}"/>
              </a:ext>
            </a:extLst>
          </p:cNvPr>
          <p:cNvSpPr txBox="1"/>
          <p:nvPr/>
        </p:nvSpPr>
        <p:spPr>
          <a:xfrm>
            <a:off x="407729" y="483253"/>
            <a:ext cx="126169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0" dirty="0">
                <a:solidFill>
                  <a:schemeClr val="tx1"/>
                </a:solidFill>
                <a:latin typeface="朱雀仿宋（预览测试版）" panose="02000502050000000000" pitchFamily="2" charset="-122"/>
                <a:ea typeface="朱雀仿宋（预览测试版）" panose="02000502050000000000" pitchFamily="2" charset="-122"/>
              </a:rPr>
              <a:t>心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0EB1B58-542D-4566-8269-EA164E4F6241}"/>
              </a:ext>
            </a:extLst>
          </p:cNvPr>
          <p:cNvSpPr txBox="1"/>
          <p:nvPr/>
        </p:nvSpPr>
        <p:spPr>
          <a:xfrm>
            <a:off x="1915014" y="645815"/>
            <a:ext cx="74383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0" dirty="0">
                <a:solidFill>
                  <a:schemeClr val="tx1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理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C423563-AC3B-41FC-B763-D920B4D1D4D8}"/>
              </a:ext>
            </a:extLst>
          </p:cNvPr>
          <p:cNvSpPr txBox="1"/>
          <p:nvPr/>
        </p:nvSpPr>
        <p:spPr>
          <a:xfrm>
            <a:off x="5506492" y="1815431"/>
            <a:ext cx="12660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latin typeface="凤凰点阵体 16px" panose="02000503000000000000" pitchFamily="2" charset="-122"/>
                <a:ea typeface="凤凰点阵体 16px" panose="02000503000000000000" pitchFamily="2" charset="-122"/>
              </a:rPr>
              <a:t>书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4F80EC57-8684-4F6A-B62F-86993F05C807}"/>
              </a:ext>
            </a:extLst>
          </p:cNvPr>
          <p:cNvGrpSpPr/>
          <p:nvPr/>
        </p:nvGrpSpPr>
        <p:grpSpPr>
          <a:xfrm>
            <a:off x="514494" y="8229403"/>
            <a:ext cx="1113349" cy="1061515"/>
            <a:chOff x="1724362" y="1960683"/>
            <a:chExt cx="1113349" cy="1061515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9A89FA35-6E9B-4061-AA17-3BE5962C4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5646" y="1979446"/>
              <a:ext cx="531294" cy="490425"/>
            </a:xfrm>
            <a:prstGeom prst="rect">
              <a:avLst/>
            </a:prstGeom>
          </p:spPr>
        </p:pic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64E56645-686D-4A05-B6C6-39C47ADFF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40406" y="2488200"/>
              <a:ext cx="597305" cy="527560"/>
            </a:xfrm>
            <a:prstGeom prst="rect">
              <a:avLst/>
            </a:prstGeom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FCF80130-7415-4FEF-953C-5FAA533C6F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83" t="2259" r="2485" b="3733"/>
            <a:stretch/>
          </p:blipFill>
          <p:spPr>
            <a:xfrm>
              <a:off x="2275237" y="1960683"/>
              <a:ext cx="527644" cy="526387"/>
            </a:xfrm>
            <a:prstGeom prst="rect">
              <a:avLst/>
            </a:prstGeom>
          </p:spPr>
        </p:pic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E667965-5151-48F6-9A39-A15D58A08E47}"/>
                </a:ext>
              </a:extLst>
            </p:cNvPr>
            <p:cNvSpPr/>
            <p:nvPr/>
          </p:nvSpPr>
          <p:spPr>
            <a:xfrm>
              <a:off x="1764090" y="2478008"/>
              <a:ext cx="520223" cy="512385"/>
            </a:xfrm>
            <a:prstGeom prst="rect">
              <a:avLst/>
            </a:prstGeom>
            <a:solidFill>
              <a:srgbClr val="2C2C2C"/>
            </a:solidFill>
            <a:ln>
              <a:solidFill>
                <a:srgbClr val="2C2C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E7DC383B-04F8-4B72-981E-B1D40301753A}"/>
                </a:ext>
              </a:extLst>
            </p:cNvPr>
            <p:cNvSpPr txBox="1"/>
            <p:nvPr/>
          </p:nvSpPr>
          <p:spPr>
            <a:xfrm>
              <a:off x="1724362" y="2375867"/>
              <a:ext cx="5328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>
                  <a:solidFill>
                    <a:schemeClr val="bg1"/>
                  </a:solidFill>
                  <a:latin typeface="手书体" panose="02010800040101010101" pitchFamily="2" charset="-122"/>
                  <a:ea typeface="手书体" panose="02010800040101010101" pitchFamily="2" charset="-122"/>
                </a:rPr>
                <a:t>著</a:t>
              </a: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A2896477-AE3C-4599-AC42-378F0C78914A}"/>
                </a:ext>
              </a:extLst>
            </p:cNvPr>
            <p:cNvSpPr/>
            <p:nvPr/>
          </p:nvSpPr>
          <p:spPr>
            <a:xfrm>
              <a:off x="1770985" y="1974513"/>
              <a:ext cx="503474" cy="490425"/>
            </a:xfrm>
            <a:prstGeom prst="rect">
              <a:avLst/>
            </a:prstGeom>
            <a:noFill/>
            <a:ln w="28575">
              <a:solidFill>
                <a:srgbClr val="6D6D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5763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84DCDCB0-0CC9-4F82-87CB-9DC158E839D5}"/>
              </a:ext>
            </a:extLst>
          </p:cNvPr>
          <p:cNvGrpSpPr/>
          <p:nvPr/>
        </p:nvGrpSpPr>
        <p:grpSpPr>
          <a:xfrm>
            <a:off x="1435922" y="3359523"/>
            <a:ext cx="4154984" cy="6740208"/>
            <a:chOff x="1416152" y="3380090"/>
            <a:chExt cx="4154984" cy="6740208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A0296A4C-36EA-4287-8DDE-AF493174FEDA}"/>
                </a:ext>
              </a:extLst>
            </p:cNvPr>
            <p:cNvSpPr/>
            <p:nvPr/>
          </p:nvSpPr>
          <p:spPr>
            <a:xfrm>
              <a:off x="3613638" y="3472962"/>
              <a:ext cx="826477" cy="403566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CA54DCF-0CEF-465C-934E-BF0139D3840C}"/>
                </a:ext>
              </a:extLst>
            </p:cNvPr>
            <p:cNvSpPr txBox="1"/>
            <p:nvPr/>
          </p:nvSpPr>
          <p:spPr>
            <a:xfrm rot="5400000">
              <a:off x="123540" y="4672702"/>
              <a:ext cx="6740208" cy="4154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600" dirty="0">
                  <a:solidFill>
                    <a:schemeClr val="bg2">
                      <a:lumMod val="7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Psychological</a:t>
              </a:r>
            </a:p>
            <a:p>
              <a:r>
                <a:rPr lang="en-US" altLang="zh-CN" sz="6600" dirty="0">
                  <a:solidFill>
                    <a:schemeClr val="bg1">
                      <a:lumMod val="9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Statistics</a:t>
              </a:r>
            </a:p>
            <a:p>
              <a:r>
                <a:rPr lang="en-US" altLang="zh-CN" sz="6600" dirty="0">
                  <a:solidFill>
                    <a:schemeClr val="bg1">
                      <a:lumMod val="8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For </a:t>
              </a:r>
              <a:r>
                <a:rPr lang="en-US" altLang="zh-CN" sz="6600" dirty="0">
                  <a:solidFill>
                    <a:schemeClr val="bg1">
                      <a:lumMod val="7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The</a:t>
              </a:r>
              <a:r>
                <a:rPr lang="en-US" altLang="zh-CN" sz="6600" dirty="0">
                  <a:solidFill>
                    <a:schemeClr val="bg1">
                      <a:lumMod val="8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 </a:t>
              </a:r>
            </a:p>
            <a:p>
              <a:r>
                <a:rPr lang="en-US" altLang="zh-CN" sz="6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</a:rPr>
                <a:t>Unhurried</a:t>
              </a:r>
              <a:endParaRPr lang="zh-CN" altLang="en-US" sz="66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D0AEF3DB-66D2-47C7-920C-60A9D7CA7F76}"/>
              </a:ext>
            </a:extLst>
          </p:cNvPr>
          <p:cNvGrpSpPr/>
          <p:nvPr/>
        </p:nvGrpSpPr>
        <p:grpSpPr>
          <a:xfrm>
            <a:off x="5497701" y="739008"/>
            <a:ext cx="1006886" cy="964828"/>
            <a:chOff x="901211" y="3279530"/>
            <a:chExt cx="5055577" cy="4844407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D1B111F9-923C-4E9F-A8C7-7F5556D517FF}"/>
                </a:ext>
              </a:extLst>
            </p:cNvPr>
            <p:cNvSpPr/>
            <p:nvPr/>
          </p:nvSpPr>
          <p:spPr>
            <a:xfrm>
              <a:off x="901211" y="3279530"/>
              <a:ext cx="5055577" cy="4844407"/>
            </a:xfrm>
            <a:custGeom>
              <a:avLst/>
              <a:gdLst>
                <a:gd name="connsiteX0" fmla="*/ 0 w 5055577"/>
                <a:gd name="connsiteY0" fmla="*/ 4615962 h 4844407"/>
                <a:gd name="connsiteX1" fmla="*/ 2215662 w 5055577"/>
                <a:gd name="connsiteY1" fmla="*/ 4501662 h 4844407"/>
                <a:gd name="connsiteX2" fmla="*/ 2576146 w 5055577"/>
                <a:gd name="connsiteY2" fmla="*/ 1354016 h 4844407"/>
                <a:gd name="connsiteX3" fmla="*/ 5055577 w 5055577"/>
                <a:gd name="connsiteY3" fmla="*/ 0 h 4844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55577" h="4844407">
                  <a:moveTo>
                    <a:pt x="0" y="4615962"/>
                  </a:moveTo>
                  <a:cubicBezTo>
                    <a:pt x="893152" y="4830641"/>
                    <a:pt x="1786304" y="5045320"/>
                    <a:pt x="2215662" y="4501662"/>
                  </a:cubicBezTo>
                  <a:cubicBezTo>
                    <a:pt x="2645020" y="3958004"/>
                    <a:pt x="2102827" y="2104293"/>
                    <a:pt x="2576146" y="1354016"/>
                  </a:cubicBezTo>
                  <a:cubicBezTo>
                    <a:pt x="3049465" y="603739"/>
                    <a:pt x="5055577" y="0"/>
                    <a:pt x="5055577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B1CAC51C-92A3-41D0-97F6-5054CDEEB4A0}"/>
                </a:ext>
              </a:extLst>
            </p:cNvPr>
            <p:cNvSpPr/>
            <p:nvPr/>
          </p:nvSpPr>
          <p:spPr>
            <a:xfrm>
              <a:off x="4761035" y="4588119"/>
              <a:ext cx="729762" cy="72976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90000"/>
                  </a:schemeClr>
                </a:solidFill>
              </a:endParaRP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BCA0E9A3-F117-4CC0-BCC9-4D7E01529EC4}"/>
              </a:ext>
            </a:extLst>
          </p:cNvPr>
          <p:cNvSpPr/>
          <p:nvPr/>
        </p:nvSpPr>
        <p:spPr>
          <a:xfrm>
            <a:off x="518746" y="703385"/>
            <a:ext cx="1055077" cy="10550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schemeClr val="tx1"/>
              </a:solidFill>
              <a:latin typeface="朱雀仿宋（预览测试版）" panose="02000502050000000000" pitchFamily="2" charset="-122"/>
              <a:ea typeface="朱雀仿宋（预览测试版）" panose="02000502050000000000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466F4E-034F-4EE9-8735-FAB65A8B788C}"/>
              </a:ext>
            </a:extLst>
          </p:cNvPr>
          <p:cNvSpPr/>
          <p:nvPr/>
        </p:nvSpPr>
        <p:spPr>
          <a:xfrm>
            <a:off x="1752311" y="703384"/>
            <a:ext cx="1055077" cy="10550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dirty="0">
              <a:solidFill>
                <a:schemeClr val="tx1"/>
              </a:solidFill>
              <a:latin typeface="庞门正道粗书体" panose="02010600030101010101" pitchFamily="2" charset="-122"/>
              <a:ea typeface="庞门正道粗书体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99DA7B-BABB-450D-9F0C-96968629E31C}"/>
              </a:ext>
            </a:extLst>
          </p:cNvPr>
          <p:cNvSpPr/>
          <p:nvPr/>
        </p:nvSpPr>
        <p:spPr>
          <a:xfrm>
            <a:off x="2985876" y="703383"/>
            <a:ext cx="1055077" cy="10550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200" dirty="0">
                <a:solidFill>
                  <a:schemeClr val="tx1"/>
                </a:solidFill>
                <a:latin typeface="Noto Serif SC ExtraLight" panose="02020200000000000000" pitchFamily="18" charset="-122"/>
                <a:ea typeface="Noto Serif SC ExtraLight" panose="02020200000000000000" pitchFamily="18" charset="-122"/>
              </a:rPr>
              <a:t>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54A33F-893E-482E-BFE1-EFA2CBE7EF04}"/>
              </a:ext>
            </a:extLst>
          </p:cNvPr>
          <p:cNvSpPr/>
          <p:nvPr/>
        </p:nvSpPr>
        <p:spPr>
          <a:xfrm>
            <a:off x="4219441" y="703382"/>
            <a:ext cx="1055077" cy="10550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200" dirty="0">
              <a:solidFill>
                <a:schemeClr val="tx1"/>
              </a:solidFill>
              <a:latin typeface="锐字真言体免费商用" panose="02010604000000000000" pitchFamily="2" charset="-122"/>
              <a:ea typeface="锐字真言体免费商用" panose="02010604000000000000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E44D03D-59B2-4A9B-958F-57E8B084ABB4}"/>
              </a:ext>
            </a:extLst>
          </p:cNvPr>
          <p:cNvSpPr/>
          <p:nvPr/>
        </p:nvSpPr>
        <p:spPr>
          <a:xfrm>
            <a:off x="4224736" y="1960683"/>
            <a:ext cx="1055077" cy="10550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4CFB96-D88E-48A8-A9B1-8A02DAD87ACD}"/>
              </a:ext>
            </a:extLst>
          </p:cNvPr>
          <p:cNvSpPr/>
          <p:nvPr/>
        </p:nvSpPr>
        <p:spPr>
          <a:xfrm>
            <a:off x="2986270" y="1960684"/>
            <a:ext cx="1055077" cy="10550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9DB903-BDF3-4150-A289-AE82BBBB4969}"/>
              </a:ext>
            </a:extLst>
          </p:cNvPr>
          <p:cNvSpPr/>
          <p:nvPr/>
        </p:nvSpPr>
        <p:spPr>
          <a:xfrm>
            <a:off x="5458301" y="1960737"/>
            <a:ext cx="1055077" cy="105507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3B32E3C-17CB-47BD-B05B-A65F0E36E054}"/>
              </a:ext>
            </a:extLst>
          </p:cNvPr>
          <p:cNvSpPr txBox="1"/>
          <p:nvPr/>
        </p:nvSpPr>
        <p:spPr>
          <a:xfrm>
            <a:off x="4291698" y="739008"/>
            <a:ext cx="9133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7200" dirty="0">
                <a:solidFill>
                  <a:schemeClr val="tx1"/>
                </a:solidFill>
                <a:latin typeface="锐字真言体免费商用" panose="02010604000000000000" pitchFamily="2" charset="-122"/>
                <a:ea typeface="锐字真言体免费商用" panose="02010604000000000000" pitchFamily="2" charset="-122"/>
              </a:rPr>
              <a:t>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4C650E-2277-44E3-8C1B-69A6B4A1CC4E}"/>
              </a:ext>
            </a:extLst>
          </p:cNvPr>
          <p:cNvSpPr txBox="1"/>
          <p:nvPr/>
        </p:nvSpPr>
        <p:spPr>
          <a:xfrm>
            <a:off x="2858023" y="1846000"/>
            <a:ext cx="13115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>
                <a:latin typeface="润植家康熙字典美化体" panose="03000509000000000000" pitchFamily="65" charset="-122"/>
                <a:ea typeface="润植家康熙字典美化体" panose="03000509000000000000" pitchFamily="65" charset="-122"/>
              </a:rPr>
              <a:t>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93FA30-D2FB-4CA6-8760-49C358456CD9}"/>
              </a:ext>
            </a:extLst>
          </p:cNvPr>
          <p:cNvSpPr txBox="1"/>
          <p:nvPr/>
        </p:nvSpPr>
        <p:spPr>
          <a:xfrm>
            <a:off x="4214278" y="1779805"/>
            <a:ext cx="8595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latin typeface="阿里妈妈方圆体 VF Thin" pitchFamily="2" charset="-122"/>
                <a:ea typeface="阿里妈妈方圆体 VF Thin" pitchFamily="2" charset="-122"/>
              </a:rPr>
              <a:t>边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6A6A5F3-1480-403E-BD32-3E7626E5BCA6}"/>
              </a:ext>
            </a:extLst>
          </p:cNvPr>
          <p:cNvSpPr txBox="1"/>
          <p:nvPr/>
        </p:nvSpPr>
        <p:spPr>
          <a:xfrm>
            <a:off x="407729" y="483253"/>
            <a:ext cx="126169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0" dirty="0">
                <a:solidFill>
                  <a:schemeClr val="tx1"/>
                </a:solidFill>
                <a:latin typeface="朱雀仿宋（预览测试版）" panose="02000502050000000000" pitchFamily="2" charset="-122"/>
                <a:ea typeface="朱雀仿宋（预览测试版）" panose="02000502050000000000" pitchFamily="2" charset="-122"/>
              </a:rPr>
              <a:t>心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0EB1B58-542D-4566-8269-EA164E4F6241}"/>
              </a:ext>
            </a:extLst>
          </p:cNvPr>
          <p:cNvSpPr txBox="1"/>
          <p:nvPr/>
        </p:nvSpPr>
        <p:spPr>
          <a:xfrm>
            <a:off x="1915014" y="645815"/>
            <a:ext cx="74383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0" dirty="0">
                <a:solidFill>
                  <a:schemeClr val="tx1"/>
                </a:solidFill>
                <a:latin typeface="庞门正道粗书体" panose="02010600030101010101" pitchFamily="2" charset="-122"/>
                <a:ea typeface="庞门正道粗书体" panose="02010600030101010101" pitchFamily="2" charset="-122"/>
              </a:rPr>
              <a:t>理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C423563-AC3B-41FC-B763-D920B4D1D4D8}"/>
              </a:ext>
            </a:extLst>
          </p:cNvPr>
          <p:cNvSpPr txBox="1"/>
          <p:nvPr/>
        </p:nvSpPr>
        <p:spPr>
          <a:xfrm>
            <a:off x="5506492" y="1815431"/>
            <a:ext cx="12660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latin typeface="凤凰点阵体 16px" panose="02000503000000000000" pitchFamily="2" charset="-122"/>
                <a:ea typeface="凤凰点阵体 16px" panose="02000503000000000000" pitchFamily="2" charset="-122"/>
              </a:rPr>
              <a:t>书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3242144-2E1D-416E-8CE8-2A1DB52FD7CC}"/>
              </a:ext>
            </a:extLst>
          </p:cNvPr>
          <p:cNvGrpSpPr/>
          <p:nvPr/>
        </p:nvGrpSpPr>
        <p:grpSpPr>
          <a:xfrm>
            <a:off x="1724362" y="1960683"/>
            <a:ext cx="1113349" cy="1061515"/>
            <a:chOff x="1724362" y="1960683"/>
            <a:chExt cx="1113349" cy="1061515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0E03019D-2045-48B4-9FE8-C4895541C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5646" y="1979446"/>
              <a:ext cx="531294" cy="490425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66284F3F-1D34-4213-81E8-4307EDEC4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40406" y="2488200"/>
              <a:ext cx="597305" cy="527560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64D7DF29-6ED3-43C8-B778-2F37014A6C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83" t="2259" r="2485" b="3733"/>
            <a:stretch/>
          </p:blipFill>
          <p:spPr>
            <a:xfrm>
              <a:off x="2275237" y="1960683"/>
              <a:ext cx="527644" cy="526387"/>
            </a:xfrm>
            <a:prstGeom prst="rect">
              <a:avLst/>
            </a:prstGeom>
          </p:spPr>
        </p:pic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6765701-ED6A-4E80-8C74-83518DD6C50C}"/>
                </a:ext>
              </a:extLst>
            </p:cNvPr>
            <p:cNvSpPr/>
            <p:nvPr/>
          </p:nvSpPr>
          <p:spPr>
            <a:xfrm>
              <a:off x="1764090" y="2478008"/>
              <a:ext cx="520223" cy="512385"/>
            </a:xfrm>
            <a:prstGeom prst="rect">
              <a:avLst/>
            </a:prstGeom>
            <a:solidFill>
              <a:srgbClr val="2C2C2C"/>
            </a:solidFill>
            <a:ln>
              <a:solidFill>
                <a:srgbClr val="2C2C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258DCF58-D406-4900-9AFE-FCF98E37DE22}"/>
                </a:ext>
              </a:extLst>
            </p:cNvPr>
            <p:cNvSpPr txBox="1"/>
            <p:nvPr/>
          </p:nvSpPr>
          <p:spPr>
            <a:xfrm>
              <a:off x="1724362" y="2375867"/>
              <a:ext cx="5328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>
                  <a:solidFill>
                    <a:schemeClr val="bg1"/>
                  </a:solidFill>
                  <a:latin typeface="手书体" panose="02010800040101010101" pitchFamily="2" charset="-122"/>
                  <a:ea typeface="手书体" panose="02010800040101010101" pitchFamily="2" charset="-122"/>
                </a:rPr>
                <a:t>著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E4AAB9A-DF10-4BFC-A1E2-BF6D6EADA9AE}"/>
                </a:ext>
              </a:extLst>
            </p:cNvPr>
            <p:cNvSpPr/>
            <p:nvPr/>
          </p:nvSpPr>
          <p:spPr>
            <a:xfrm>
              <a:off x="1770985" y="1974513"/>
              <a:ext cx="503474" cy="490425"/>
            </a:xfrm>
            <a:prstGeom prst="rect">
              <a:avLst/>
            </a:prstGeom>
            <a:noFill/>
            <a:ln w="28575">
              <a:solidFill>
                <a:srgbClr val="6D6D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3334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</TotalTime>
  <Words>27</Words>
  <Application>Microsoft Office PowerPoint</Application>
  <PresentationFormat>A4 纸张(210x297 毫米)</PresentationFormat>
  <Paragraphs>25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Noto Sans SC Black</vt:lpstr>
      <vt:lpstr>Noto Serif SC ExtraLight</vt:lpstr>
      <vt:lpstr>阿里妈妈方圆体 VF Thin</vt:lpstr>
      <vt:lpstr>凤凰点阵体 16px</vt:lpstr>
      <vt:lpstr>庞门正道粗书体</vt:lpstr>
      <vt:lpstr>锐字真言体免费商用</vt:lpstr>
      <vt:lpstr>润植家康熙字典美化体</vt:lpstr>
      <vt:lpstr>手书体</vt:lpstr>
      <vt:lpstr>朱雀仿宋（预览测试版）</vt:lpstr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Wenzheng Lin</dc:creator>
  <cp:lastModifiedBy>Wenzheng Lin</cp:lastModifiedBy>
  <cp:revision>13</cp:revision>
  <dcterms:created xsi:type="dcterms:W3CDTF">2025-06-02T06:09:15Z</dcterms:created>
  <dcterms:modified xsi:type="dcterms:W3CDTF">2025-06-02T08:43:54Z</dcterms:modified>
</cp:coreProperties>
</file>