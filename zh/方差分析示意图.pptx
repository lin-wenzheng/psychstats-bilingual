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3"/>
    <p:sldId id="257" r:id="rId4"/>
    <p:sldId id="258" r:id="rId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7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3923030" y="2913380"/>
                <a:ext cx="875030" cy="744220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总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solidFill>
                    <a:schemeClr val="accent6">
                      <a:lumMod val="75000"/>
                    </a:schemeClr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030" y="2913380"/>
                <a:ext cx="875030" cy="744220"/>
              </a:xfrm>
              <a:prstGeom prst="rect">
                <a:avLst/>
              </a:prstGeom>
              <a:blipFill rotWithShape="1">
                <a:blip r:embed="rId1"/>
                <a:stretch>
                  <a:fillRect l="-448331" t="-391468" r="-1019158" b="-13515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接连接符 3"/>
          <p:cNvCxnSpPr/>
          <p:nvPr/>
        </p:nvCxnSpPr>
        <p:spPr>
          <a:xfrm>
            <a:off x="1123315" y="1335405"/>
            <a:ext cx="0" cy="31578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123315" y="4493260"/>
            <a:ext cx="339344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1123315" y="2914015"/>
            <a:ext cx="3393440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76250" y="1032510"/>
            <a:ext cx="1945005" cy="35941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pPr algn="l"/>
            <a:r>
              <a:rPr lang="zh-CN" altLang="en-US" sz="1400">
                <a:solidFill>
                  <a:schemeClr val="tx1"/>
                </a:solidFill>
                <a:latin typeface="Noto Serif CJK SC Medium" panose="02020500000000000000" charset="-122"/>
                <a:ea typeface="Noto Serif CJK SC Medium" panose="02020500000000000000" charset="-122"/>
                <a:cs typeface="Noto Serif CJK SC Medium" panose="02020500000000000000" charset="-122"/>
              </a:rPr>
              <a:t>魔法天赋分数，</a:t>
            </a:r>
            <a:r>
              <a:rPr lang="en-US" altLang="zh-CN" sz="1400" i="1">
                <a:solidFill>
                  <a:schemeClr val="tx1"/>
                </a:solidFill>
                <a:latin typeface="Noto Serif CJK SC Medium" panose="02020500000000000000" charset="-122"/>
                <a:ea typeface="Noto Serif CJK SC Medium" panose="02020500000000000000" charset="-122"/>
                <a:cs typeface="Noto Serif CJK SC Medium" panose="02020500000000000000" charset="-122"/>
              </a:rPr>
              <a:t>Y</a:t>
            </a:r>
            <a:endParaRPr lang="en-US" altLang="zh-CN" sz="1400" i="1">
              <a:solidFill>
                <a:schemeClr val="tx1"/>
              </a:solidFill>
              <a:latin typeface="Noto Serif CJK SC Medium" panose="02020500000000000000" charset="-122"/>
              <a:ea typeface="Noto Serif CJK SC Medium" panose="02020500000000000000" charset="-122"/>
              <a:cs typeface="Noto Serif CJK SC Medium" panose="02020500000000000000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463675" y="2198370"/>
            <a:ext cx="486410" cy="486410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2846705" y="1736725"/>
            <a:ext cx="486410" cy="486410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463675" y="3016250"/>
            <a:ext cx="486410" cy="486410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1463675" y="3604895"/>
            <a:ext cx="486410" cy="486410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2846705" y="2325370"/>
            <a:ext cx="486410" cy="486410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2846705" y="3422015"/>
            <a:ext cx="486410" cy="486410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直角上箭头 15"/>
          <p:cNvSpPr/>
          <p:nvPr/>
        </p:nvSpPr>
        <p:spPr>
          <a:xfrm rot="10800000" flipH="1">
            <a:off x="1950085" y="2426970"/>
            <a:ext cx="262890" cy="486410"/>
          </a:xfrm>
          <a:prstGeom prst="bentUpArrow">
            <a:avLst>
              <a:gd name="adj1" fmla="val 15300"/>
              <a:gd name="adj2" fmla="val 21584"/>
              <a:gd name="adj3" fmla="val 40163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直角上箭头 16"/>
          <p:cNvSpPr/>
          <p:nvPr/>
        </p:nvSpPr>
        <p:spPr>
          <a:xfrm rot="10800000" flipH="1">
            <a:off x="3333115" y="2548255"/>
            <a:ext cx="250825" cy="365760"/>
          </a:xfrm>
          <a:prstGeom prst="bentUpArrow">
            <a:avLst>
              <a:gd name="adj1" fmla="val 15300"/>
              <a:gd name="adj2" fmla="val 21584"/>
              <a:gd name="adj3" fmla="val 40163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直角上箭头 17"/>
          <p:cNvSpPr/>
          <p:nvPr/>
        </p:nvSpPr>
        <p:spPr>
          <a:xfrm rot="10800000" flipH="1">
            <a:off x="3321050" y="1950720"/>
            <a:ext cx="402590" cy="962660"/>
          </a:xfrm>
          <a:prstGeom prst="bentUpArrow">
            <a:avLst>
              <a:gd name="adj1" fmla="val 8998"/>
              <a:gd name="adj2" fmla="val 14638"/>
              <a:gd name="adj3" fmla="val 24290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直角上箭头 18"/>
          <p:cNvSpPr/>
          <p:nvPr/>
        </p:nvSpPr>
        <p:spPr>
          <a:xfrm>
            <a:off x="3326765" y="2914015"/>
            <a:ext cx="262890" cy="797560"/>
          </a:xfrm>
          <a:prstGeom prst="bentUpArrow">
            <a:avLst>
              <a:gd name="adj1" fmla="val 15300"/>
              <a:gd name="adj2" fmla="val 21584"/>
              <a:gd name="adj3" fmla="val 40163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直角上箭头 19"/>
          <p:cNvSpPr/>
          <p:nvPr/>
        </p:nvSpPr>
        <p:spPr>
          <a:xfrm>
            <a:off x="1950085" y="2913380"/>
            <a:ext cx="262890" cy="366395"/>
          </a:xfrm>
          <a:prstGeom prst="bentUpArrow">
            <a:avLst>
              <a:gd name="adj1" fmla="val 15300"/>
              <a:gd name="adj2" fmla="val 21584"/>
              <a:gd name="adj3" fmla="val 40163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直角上箭头 20"/>
          <p:cNvSpPr/>
          <p:nvPr/>
        </p:nvSpPr>
        <p:spPr>
          <a:xfrm>
            <a:off x="1950085" y="2914650"/>
            <a:ext cx="411480" cy="960120"/>
          </a:xfrm>
          <a:prstGeom prst="bentUpArrow">
            <a:avLst>
              <a:gd name="adj1" fmla="val 9608"/>
              <a:gd name="adj2" fmla="val 12577"/>
              <a:gd name="adj3" fmla="val 25154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536700" y="4588510"/>
            <a:ext cx="676275" cy="35941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pPr algn="l"/>
            <a:r>
              <a:rPr lang="en-US" altLang="zh-CN" sz="1400">
                <a:solidFill>
                  <a:schemeClr val="tx1"/>
                </a:solidFill>
                <a:latin typeface="Noto Serif CJK SC Medium" panose="02020500000000000000" charset="-122"/>
                <a:ea typeface="Noto Serif CJK SC Medium" panose="02020500000000000000" charset="-122"/>
                <a:cs typeface="Noto Serif CJK SC Medium" panose="02020500000000000000" charset="-122"/>
              </a:rPr>
              <a:t> </a:t>
            </a:r>
            <a:r>
              <a:rPr lang="zh-CN" altLang="en-US" sz="1400">
                <a:solidFill>
                  <a:schemeClr val="tx1"/>
                </a:solidFill>
                <a:latin typeface="Noto Serif CJK SC Medium" panose="02020500000000000000" charset="-122"/>
                <a:ea typeface="Noto Serif CJK SC Medium" panose="02020500000000000000" charset="-122"/>
                <a:cs typeface="Noto Serif CJK SC Medium" panose="02020500000000000000" charset="-122"/>
              </a:rPr>
              <a:t>机人</a:t>
            </a:r>
            <a:endParaRPr lang="zh-CN" altLang="en-US" sz="1400">
              <a:solidFill>
                <a:schemeClr val="tx1"/>
              </a:solidFill>
              <a:latin typeface="Noto Serif CJK SC Medium" panose="02020500000000000000" charset="-122"/>
              <a:ea typeface="Noto Serif CJK SC Medium" panose="02020500000000000000" charset="-122"/>
              <a:cs typeface="Noto Serif CJK SC Medium" panose="02020500000000000000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907665" y="4588510"/>
            <a:ext cx="676275" cy="35941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pPr algn="l"/>
            <a:r>
              <a:rPr lang="zh-CN" altLang="en-US" sz="1400">
                <a:solidFill>
                  <a:schemeClr val="tx1"/>
                </a:solidFill>
                <a:latin typeface="Noto Serif CJK SC Medium" panose="02020500000000000000" charset="-122"/>
                <a:ea typeface="Noto Serif CJK SC Medium" panose="02020500000000000000" charset="-122"/>
                <a:cs typeface="Noto Serif CJK SC Medium" panose="02020500000000000000" charset="-122"/>
              </a:rPr>
              <a:t>袋人</a:t>
            </a:r>
            <a:endParaRPr lang="zh-CN" altLang="en-US" sz="1400">
              <a:solidFill>
                <a:schemeClr val="tx1"/>
              </a:solidFill>
              <a:latin typeface="Noto Serif CJK SC Medium" panose="02020500000000000000" charset="-122"/>
              <a:ea typeface="Noto Serif CJK SC Medium" panose="02020500000000000000" charset="-122"/>
              <a:cs typeface="Noto Serif CJK SC Medium" panose="020205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3583940" y="2776855"/>
                <a:ext cx="698500" cy="797560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charset="0"/>
                              <a:ea typeface="Noto Serif CJK SC Medium" panose="02020500000000000000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charset="0"/>
                                  <a:ea typeface="Noto Serif CJK SC Medium" panose="02020500000000000000" charset="-122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charset="0"/>
                                  <a:ea typeface="Noto Serif CJK SC Medium" panose="02020500000000000000" charset="-122"/>
                                  <a:cs typeface="Cambria Math" panose="02040503050406030204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袋</m:t>
                          </m:r>
                          <m:r>
                            <a:rPr lang="en-US" altLang="zh-CN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人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solidFill>
                    <a:schemeClr val="accent4">
                      <a:lumMod val="75000"/>
                    </a:schemeClr>
                  </a:solidFill>
                  <a:latin typeface="Cambria Math" panose="02040503050406030204" charset="0"/>
                  <a:ea typeface="Noto Serif CJK SC Medium" panose="02020500000000000000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3940" y="2776855"/>
                <a:ext cx="698500" cy="79756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接连接符 3"/>
          <p:cNvCxnSpPr/>
          <p:nvPr/>
        </p:nvCxnSpPr>
        <p:spPr>
          <a:xfrm>
            <a:off x="1123315" y="1335405"/>
            <a:ext cx="0" cy="31578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123315" y="4493260"/>
            <a:ext cx="339344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3344545" y="2780665"/>
            <a:ext cx="578485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76250" y="1032510"/>
            <a:ext cx="1945005" cy="35941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pPr algn="l"/>
            <a:r>
              <a:rPr lang="zh-CN" altLang="en-US" sz="1400">
                <a:solidFill>
                  <a:schemeClr val="tx1"/>
                </a:solidFill>
                <a:latin typeface="Noto Serif CJK SC Medium" panose="02020500000000000000" charset="-122"/>
                <a:ea typeface="Noto Serif CJK SC Medium" panose="02020500000000000000" charset="-122"/>
                <a:cs typeface="Noto Serif CJK SC Medium" panose="02020500000000000000" charset="-122"/>
              </a:rPr>
              <a:t>魔法天赋分数，</a:t>
            </a:r>
            <a:r>
              <a:rPr lang="en-US" altLang="zh-CN" sz="1400" i="1">
                <a:solidFill>
                  <a:schemeClr val="tx1"/>
                </a:solidFill>
                <a:latin typeface="Noto Serif CJK SC Medium" panose="02020500000000000000" charset="-122"/>
                <a:ea typeface="Noto Serif CJK SC Medium" panose="02020500000000000000" charset="-122"/>
                <a:cs typeface="Noto Serif CJK SC Medium" panose="02020500000000000000" charset="-122"/>
              </a:rPr>
              <a:t>Y</a:t>
            </a:r>
            <a:endParaRPr lang="en-US" altLang="zh-CN" sz="1400" i="1">
              <a:solidFill>
                <a:schemeClr val="tx1"/>
              </a:solidFill>
              <a:latin typeface="Noto Serif CJK SC Medium" panose="02020500000000000000" charset="-122"/>
              <a:ea typeface="Noto Serif CJK SC Medium" panose="02020500000000000000" charset="-122"/>
              <a:cs typeface="Noto Serif CJK SC Medium" panose="02020500000000000000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463675" y="2198370"/>
            <a:ext cx="486410" cy="486410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2846705" y="1736725"/>
            <a:ext cx="486410" cy="486410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463675" y="3016250"/>
            <a:ext cx="486410" cy="486410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1463675" y="3604895"/>
            <a:ext cx="486410" cy="486410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2846705" y="2325370"/>
            <a:ext cx="486410" cy="486410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2846705" y="3422015"/>
            <a:ext cx="486410" cy="486410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直角上箭头 15"/>
          <p:cNvSpPr/>
          <p:nvPr/>
        </p:nvSpPr>
        <p:spPr>
          <a:xfrm rot="10800000" flipH="1">
            <a:off x="1950085" y="2426970"/>
            <a:ext cx="262890" cy="614680"/>
          </a:xfrm>
          <a:prstGeom prst="bentUpArrow">
            <a:avLst>
              <a:gd name="adj1" fmla="val 15300"/>
              <a:gd name="adj2" fmla="val 21584"/>
              <a:gd name="adj3" fmla="val 40163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直角上箭头 16"/>
          <p:cNvSpPr/>
          <p:nvPr/>
        </p:nvSpPr>
        <p:spPr>
          <a:xfrm rot="10800000" flipH="1">
            <a:off x="3333115" y="2548255"/>
            <a:ext cx="250825" cy="232410"/>
          </a:xfrm>
          <a:prstGeom prst="bentUpArrow">
            <a:avLst>
              <a:gd name="adj1" fmla="val 15300"/>
              <a:gd name="adj2" fmla="val 21584"/>
              <a:gd name="adj3" fmla="val 40163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直角上箭头 17"/>
          <p:cNvSpPr/>
          <p:nvPr/>
        </p:nvSpPr>
        <p:spPr>
          <a:xfrm rot="10800000" flipH="1">
            <a:off x="3321050" y="1950720"/>
            <a:ext cx="402590" cy="826135"/>
          </a:xfrm>
          <a:prstGeom prst="bentUpArrow">
            <a:avLst>
              <a:gd name="adj1" fmla="val 8998"/>
              <a:gd name="adj2" fmla="val 14638"/>
              <a:gd name="adj3" fmla="val 2429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直角上箭头 18"/>
          <p:cNvSpPr/>
          <p:nvPr/>
        </p:nvSpPr>
        <p:spPr>
          <a:xfrm>
            <a:off x="3326765" y="2785110"/>
            <a:ext cx="257175" cy="926465"/>
          </a:xfrm>
          <a:prstGeom prst="bentUpArrow">
            <a:avLst>
              <a:gd name="adj1" fmla="val 15300"/>
              <a:gd name="adj2" fmla="val 21584"/>
              <a:gd name="adj3" fmla="val 40163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直角上箭头 19"/>
          <p:cNvSpPr/>
          <p:nvPr/>
        </p:nvSpPr>
        <p:spPr>
          <a:xfrm>
            <a:off x="1950085" y="3041650"/>
            <a:ext cx="262890" cy="238125"/>
          </a:xfrm>
          <a:prstGeom prst="bentUpArrow">
            <a:avLst>
              <a:gd name="adj1" fmla="val 15300"/>
              <a:gd name="adj2" fmla="val 21584"/>
              <a:gd name="adj3" fmla="val 40163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直角上箭头 20"/>
          <p:cNvSpPr/>
          <p:nvPr/>
        </p:nvSpPr>
        <p:spPr>
          <a:xfrm>
            <a:off x="1950085" y="3041650"/>
            <a:ext cx="411480" cy="833120"/>
          </a:xfrm>
          <a:prstGeom prst="bentUpArrow">
            <a:avLst>
              <a:gd name="adj1" fmla="val 9608"/>
              <a:gd name="adj2" fmla="val 12577"/>
              <a:gd name="adj3" fmla="val 25154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536700" y="4588510"/>
            <a:ext cx="676275" cy="35941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pPr algn="l"/>
            <a:r>
              <a:rPr lang="en-US" altLang="zh-CN" sz="1400">
                <a:solidFill>
                  <a:schemeClr val="tx1"/>
                </a:solidFill>
                <a:latin typeface="Noto Serif CJK SC Medium" panose="02020500000000000000" charset="-122"/>
                <a:ea typeface="Noto Serif CJK SC Medium" panose="02020500000000000000" charset="-122"/>
                <a:cs typeface="Noto Serif CJK SC Medium" panose="02020500000000000000" charset="-122"/>
              </a:rPr>
              <a:t> </a:t>
            </a:r>
            <a:r>
              <a:rPr lang="zh-CN" altLang="en-US" sz="1400">
                <a:solidFill>
                  <a:schemeClr val="tx1"/>
                </a:solidFill>
                <a:latin typeface="Noto Serif CJK SC Medium" panose="02020500000000000000" charset="-122"/>
                <a:ea typeface="Noto Serif CJK SC Medium" panose="02020500000000000000" charset="-122"/>
                <a:cs typeface="Noto Serif CJK SC Medium" panose="02020500000000000000" charset="-122"/>
              </a:rPr>
              <a:t>机人</a:t>
            </a:r>
            <a:endParaRPr lang="zh-CN" altLang="en-US" sz="1400">
              <a:solidFill>
                <a:schemeClr val="tx1"/>
              </a:solidFill>
              <a:latin typeface="Noto Serif CJK SC Medium" panose="02020500000000000000" charset="-122"/>
              <a:ea typeface="Noto Serif CJK SC Medium" panose="02020500000000000000" charset="-122"/>
              <a:cs typeface="Noto Serif CJK SC Medium" panose="02020500000000000000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907665" y="4588510"/>
            <a:ext cx="676275" cy="35941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pPr algn="l"/>
            <a:r>
              <a:rPr lang="zh-CN" altLang="en-US" sz="1400">
                <a:solidFill>
                  <a:schemeClr val="tx1"/>
                </a:solidFill>
                <a:latin typeface="Noto Serif CJK SC Medium" panose="02020500000000000000" charset="-122"/>
                <a:ea typeface="Noto Serif CJK SC Medium" panose="02020500000000000000" charset="-122"/>
                <a:cs typeface="Noto Serif CJK SC Medium" panose="02020500000000000000" charset="-122"/>
              </a:rPr>
              <a:t>袋人</a:t>
            </a:r>
            <a:endParaRPr lang="zh-CN" altLang="en-US" sz="1400">
              <a:solidFill>
                <a:schemeClr val="tx1"/>
              </a:solidFill>
              <a:latin typeface="Noto Serif CJK SC Medium" panose="02020500000000000000" charset="-122"/>
              <a:ea typeface="Noto Serif CJK SC Medium" panose="02020500000000000000" charset="-122"/>
              <a:cs typeface="Noto Serif CJK SC Medium" panose="02020500000000000000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2212975" y="2684780"/>
                <a:ext cx="698500" cy="492760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charset="0"/>
                              <a:ea typeface="Noto Serif CJK SC Medium" panose="02020500000000000000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charset="0"/>
                                  <a:ea typeface="Noto Serif CJK SC Medium" panose="02020500000000000000" charset="-122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charset="0"/>
                                  <a:ea typeface="Noto Serif CJK SC Medium" panose="02020500000000000000" charset="-122"/>
                                  <a:cs typeface="Cambria Math" panose="02040503050406030204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altLang="zh-CN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机人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solidFill>
                    <a:schemeClr val="accent2">
                      <a:lumMod val="75000"/>
                    </a:schemeClr>
                  </a:solidFill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2975" y="2684780"/>
                <a:ext cx="698500" cy="49276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接连接符 4"/>
          <p:cNvCxnSpPr/>
          <p:nvPr/>
        </p:nvCxnSpPr>
        <p:spPr>
          <a:xfrm>
            <a:off x="1978660" y="3046730"/>
            <a:ext cx="578485" cy="0"/>
          </a:xfrm>
          <a:prstGeom prst="line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3583940" y="2381885"/>
                <a:ext cx="698500" cy="797560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charset="0"/>
                              <a:ea typeface="Noto Serif CJK SC Medium" panose="02020500000000000000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charset="0"/>
                                  <a:ea typeface="Noto Serif CJK SC Medium" panose="02020500000000000000" charset="-122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charset="0"/>
                                  <a:ea typeface="Noto Serif CJK SC Medium" panose="02020500000000000000" charset="-122"/>
                                  <a:cs typeface="Cambria Math" panose="02040503050406030204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袋</m:t>
                          </m:r>
                          <m:r>
                            <a:rPr lang="en-US" altLang="zh-CN" i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人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solidFill>
                    <a:schemeClr val="accent4">
                      <a:lumMod val="75000"/>
                    </a:schemeClr>
                  </a:solidFill>
                  <a:latin typeface="Cambria Math" panose="02040503050406030204" charset="0"/>
                  <a:ea typeface="Noto Serif CJK SC Medium" panose="02020500000000000000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3940" y="2381885"/>
                <a:ext cx="698500" cy="79756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接连接符 3"/>
          <p:cNvCxnSpPr/>
          <p:nvPr/>
        </p:nvCxnSpPr>
        <p:spPr>
          <a:xfrm>
            <a:off x="1123315" y="1335405"/>
            <a:ext cx="0" cy="31578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123315" y="4493260"/>
            <a:ext cx="339344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3344545" y="2780665"/>
            <a:ext cx="578485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76250" y="1032510"/>
            <a:ext cx="1945005" cy="35941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pPr algn="l"/>
            <a:r>
              <a:rPr lang="zh-CN" altLang="en-US" sz="1400">
                <a:solidFill>
                  <a:schemeClr val="tx1"/>
                </a:solidFill>
                <a:latin typeface="Noto Serif CJK SC Medium" panose="02020500000000000000" charset="-122"/>
                <a:ea typeface="Noto Serif CJK SC Medium" panose="02020500000000000000" charset="-122"/>
                <a:cs typeface="Noto Serif CJK SC Medium" panose="02020500000000000000" charset="-122"/>
              </a:rPr>
              <a:t>魔法天赋分数，</a:t>
            </a:r>
            <a:r>
              <a:rPr lang="en-US" altLang="zh-CN" sz="1400" i="1">
                <a:solidFill>
                  <a:schemeClr val="tx1"/>
                </a:solidFill>
                <a:latin typeface="Noto Serif CJK SC Medium" panose="02020500000000000000" charset="-122"/>
                <a:ea typeface="Noto Serif CJK SC Medium" panose="02020500000000000000" charset="-122"/>
                <a:cs typeface="Noto Serif CJK SC Medium" panose="02020500000000000000" charset="-122"/>
              </a:rPr>
              <a:t>Y</a:t>
            </a:r>
            <a:endParaRPr lang="en-US" altLang="zh-CN" sz="1400" i="1">
              <a:solidFill>
                <a:schemeClr val="tx1"/>
              </a:solidFill>
              <a:latin typeface="Noto Serif CJK SC Medium" panose="02020500000000000000" charset="-122"/>
              <a:ea typeface="Noto Serif CJK SC Medium" panose="02020500000000000000" charset="-122"/>
              <a:cs typeface="Noto Serif CJK SC Medium" panose="02020500000000000000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463675" y="2198370"/>
            <a:ext cx="486410" cy="486410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2846705" y="1736725"/>
            <a:ext cx="486410" cy="486410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463675" y="3016250"/>
            <a:ext cx="486410" cy="486410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1463675" y="3604895"/>
            <a:ext cx="486410" cy="486410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2846705" y="2325370"/>
            <a:ext cx="486410" cy="486410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2846705" y="3422015"/>
            <a:ext cx="486410" cy="486410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536700" y="4588510"/>
            <a:ext cx="676275" cy="35941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pPr algn="l"/>
            <a:r>
              <a:rPr lang="en-US" altLang="zh-CN" sz="1400">
                <a:solidFill>
                  <a:schemeClr val="tx1"/>
                </a:solidFill>
                <a:latin typeface="Noto Serif CJK SC Medium" panose="02020500000000000000" charset="-122"/>
                <a:ea typeface="Noto Serif CJK SC Medium" panose="02020500000000000000" charset="-122"/>
                <a:cs typeface="Noto Serif CJK SC Medium" panose="02020500000000000000" charset="-122"/>
              </a:rPr>
              <a:t> </a:t>
            </a:r>
            <a:r>
              <a:rPr lang="zh-CN" altLang="en-US" sz="1400">
                <a:solidFill>
                  <a:schemeClr val="tx1"/>
                </a:solidFill>
                <a:latin typeface="Noto Serif CJK SC Medium" panose="02020500000000000000" charset="-122"/>
                <a:ea typeface="Noto Serif CJK SC Medium" panose="02020500000000000000" charset="-122"/>
                <a:cs typeface="Noto Serif CJK SC Medium" panose="02020500000000000000" charset="-122"/>
              </a:rPr>
              <a:t>机人</a:t>
            </a:r>
            <a:endParaRPr lang="zh-CN" altLang="en-US" sz="1400">
              <a:solidFill>
                <a:schemeClr val="tx1"/>
              </a:solidFill>
              <a:latin typeface="Noto Serif CJK SC Medium" panose="02020500000000000000" charset="-122"/>
              <a:ea typeface="Noto Serif CJK SC Medium" panose="02020500000000000000" charset="-122"/>
              <a:cs typeface="Noto Serif CJK SC Medium" panose="02020500000000000000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907665" y="4588510"/>
            <a:ext cx="676275" cy="35941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pPr algn="l"/>
            <a:r>
              <a:rPr lang="zh-CN" altLang="en-US" sz="1400">
                <a:solidFill>
                  <a:schemeClr val="tx1"/>
                </a:solidFill>
                <a:latin typeface="Noto Serif CJK SC Medium" panose="02020500000000000000" charset="-122"/>
                <a:ea typeface="Noto Serif CJK SC Medium" panose="02020500000000000000" charset="-122"/>
                <a:cs typeface="Noto Serif CJK SC Medium" panose="02020500000000000000" charset="-122"/>
              </a:rPr>
              <a:t>袋人</a:t>
            </a:r>
            <a:endParaRPr lang="zh-CN" altLang="en-US" sz="1400">
              <a:solidFill>
                <a:schemeClr val="tx1"/>
              </a:solidFill>
              <a:latin typeface="Noto Serif CJK SC Medium" panose="02020500000000000000" charset="-122"/>
              <a:ea typeface="Noto Serif CJK SC Medium" panose="02020500000000000000" charset="-122"/>
              <a:cs typeface="Noto Serif CJK SC Medium" panose="02020500000000000000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2148205" y="3051175"/>
                <a:ext cx="698500" cy="492760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charset="0"/>
                              <a:ea typeface="Noto Serif CJK SC Medium" panose="02020500000000000000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charset="0"/>
                                  <a:ea typeface="Noto Serif CJK SC Medium" panose="02020500000000000000" charset="-122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charset="0"/>
                                  <a:ea typeface="Noto Serif CJK SC Medium" panose="02020500000000000000" charset="-122"/>
                                  <a:cs typeface="Cambria Math" panose="02040503050406030204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altLang="zh-CN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机人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solidFill>
                    <a:schemeClr val="accent2">
                      <a:lumMod val="75000"/>
                    </a:schemeClr>
                  </a:solidFill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205" y="3051175"/>
                <a:ext cx="698500" cy="49276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接连接符 4"/>
          <p:cNvCxnSpPr/>
          <p:nvPr/>
        </p:nvCxnSpPr>
        <p:spPr>
          <a:xfrm>
            <a:off x="1978660" y="3046730"/>
            <a:ext cx="578485" cy="0"/>
          </a:xfrm>
          <a:prstGeom prst="line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1123315" y="2914015"/>
            <a:ext cx="3393440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/>
              <p:cNvSpPr txBox="1"/>
              <p:nvPr/>
            </p:nvSpPr>
            <p:spPr>
              <a:xfrm>
                <a:off x="3923030" y="2913380"/>
                <a:ext cx="875030" cy="744220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总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solidFill>
                    <a:schemeClr val="accent6">
                      <a:lumMod val="75000"/>
                    </a:schemeClr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030" y="2913380"/>
                <a:ext cx="875030" cy="74422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上箭头 24"/>
          <p:cNvSpPr/>
          <p:nvPr/>
        </p:nvSpPr>
        <p:spPr>
          <a:xfrm>
            <a:off x="2072005" y="2922905"/>
            <a:ext cx="76200" cy="119380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上箭头 25"/>
          <p:cNvSpPr/>
          <p:nvPr/>
        </p:nvSpPr>
        <p:spPr>
          <a:xfrm>
            <a:off x="2212975" y="2922905"/>
            <a:ext cx="76200" cy="119380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上箭头 26"/>
          <p:cNvSpPr/>
          <p:nvPr/>
        </p:nvSpPr>
        <p:spPr>
          <a:xfrm>
            <a:off x="2345055" y="2924175"/>
            <a:ext cx="76200" cy="119380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上箭头 27"/>
          <p:cNvSpPr/>
          <p:nvPr/>
        </p:nvSpPr>
        <p:spPr>
          <a:xfrm rot="10800000">
            <a:off x="3469005" y="2784475"/>
            <a:ext cx="76200" cy="119380"/>
          </a:xfrm>
          <a:prstGeom prst="upArrow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上箭头 28"/>
          <p:cNvSpPr/>
          <p:nvPr/>
        </p:nvSpPr>
        <p:spPr>
          <a:xfrm rot="10800000">
            <a:off x="3583940" y="2787650"/>
            <a:ext cx="76200" cy="119380"/>
          </a:xfrm>
          <a:prstGeom prst="upArrow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上箭头 29"/>
          <p:cNvSpPr/>
          <p:nvPr/>
        </p:nvSpPr>
        <p:spPr>
          <a:xfrm rot="10800000">
            <a:off x="3698875" y="2787650"/>
            <a:ext cx="76200" cy="119380"/>
          </a:xfrm>
          <a:prstGeom prst="upArrow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</Words>
  <Application>WPS 演示</Application>
  <PresentationFormat>宽屏</PresentationFormat>
  <Paragraphs>30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24" baseType="lpstr">
      <vt:lpstr>Arial</vt:lpstr>
      <vt:lpstr>宋体</vt:lpstr>
      <vt:lpstr>Wingdings</vt:lpstr>
      <vt:lpstr>Calibri Light</vt:lpstr>
      <vt:lpstr>微软雅黑</vt:lpstr>
      <vt:lpstr>Arial Unicode MS</vt:lpstr>
      <vt:lpstr>Calibri</vt:lpstr>
      <vt:lpstr>Cambria Math</vt:lpstr>
      <vt:lpstr>MS Mincho</vt:lpstr>
      <vt:lpstr>MS Gothic</vt:lpstr>
      <vt:lpstr>Free Times</vt:lpstr>
      <vt:lpstr>Noto Serif Devanagari Condensed ExtraBold</vt:lpstr>
      <vt:lpstr>Noto Serif Condensed Thin</vt:lpstr>
      <vt:lpstr>Noto Serif Condensed Medium</vt:lpstr>
      <vt:lpstr>Noto Serif CJK SC Medium</vt:lpstr>
      <vt:lpstr>Bitstream Vera Sans Mono</vt:lpstr>
      <vt:lpstr>Amiri Quran Colored</vt:lpstr>
      <vt:lpstr>Bitstream Vera Sans</vt:lpstr>
      <vt:lpstr>BPG Nateli Condenced GPL&amp;GNU</vt:lpstr>
      <vt:lpstr>等线 Light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林闻正</cp:lastModifiedBy>
  <cp:revision>4</cp:revision>
  <dcterms:created xsi:type="dcterms:W3CDTF">2025-06-29T04:27:18Z</dcterms:created>
  <dcterms:modified xsi:type="dcterms:W3CDTF">2025-06-29T04:27:18Z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2052-12.8.2.19829</vt:lpwstr>
  </property>
  <property fmtid="{D5CDD505-2E9C-101B-9397-08002B2CF9AE}" pid="3" name="ICV">
    <vt:lpwstr>2CD45C8A1601FE228BB86068173CC333_41</vt:lpwstr>
  </property>
</Properties>
</file>